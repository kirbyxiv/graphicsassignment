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629D9-706B-4F09-860A-F3E7FE4C6B7A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FD21C-4182-4508-B975-70370F436D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450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185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63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198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47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38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17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18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05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171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286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586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526B0E7-B25E-4A55-90D4-B6347E59CAE0}" type="datetimeFigureOut">
              <a:rPr lang="en-GB" smtClean="0"/>
              <a:t>10/11/2025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3064FAF-0FC6-4D09-830A-AE19AEC3F7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673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6257-D2A7-4BA8-A1D1-E654399F91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Graphics </a:t>
            </a:r>
            <a:r>
              <a:rPr lang="en-GB" dirty="0" err="1"/>
              <a:t>Moodboard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0D7668-9A53-4116-846E-6EA1D11ABF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231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79D6-1C94-FA71-C642-FB6DEC9C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01" y="113112"/>
            <a:ext cx="7729728" cy="1188720"/>
          </a:xfrm>
        </p:spPr>
        <p:txBody>
          <a:bodyPr/>
          <a:lstStyle/>
          <a:p>
            <a:r>
              <a:rPr lang="en-GB" dirty="0"/>
              <a:t>Puzzle Inspiration</a:t>
            </a:r>
          </a:p>
        </p:txBody>
      </p:sp>
      <p:pic>
        <p:nvPicPr>
          <p:cNvPr id="1026" name="Picture 2" descr="Valve. Portal. 2005-2007 | MoMA">
            <a:extLst>
              <a:ext uri="{FF2B5EF4-FFF2-40B4-BE49-F238E27FC236}">
                <a16:creationId xmlns:a16="http://schemas.microsoft.com/office/drawing/2014/main" id="{8F6493E2-77A7-46CA-AD71-CDD868A96C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30" y="1461730"/>
            <a:ext cx="3843779" cy="288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okoban-huge-v0">
            <a:extLst>
              <a:ext uri="{FF2B5EF4-FFF2-40B4-BE49-F238E27FC236}">
                <a16:creationId xmlns:a16="http://schemas.microsoft.com/office/drawing/2014/main" id="{CACE953D-6396-262F-5B73-F9F6DE6B2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012" y="1461730"/>
            <a:ext cx="2879488" cy="2879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22A747-E5B1-AA2A-72A6-91FF5B04C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263" y="1461730"/>
            <a:ext cx="3924301" cy="2208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982DA-4C96-E934-CF75-610B39C254AA}"/>
              </a:ext>
            </a:extLst>
          </p:cNvPr>
          <p:cNvSpPr txBox="1"/>
          <p:nvPr/>
        </p:nvSpPr>
        <p:spPr>
          <a:xfrm flipH="1">
            <a:off x="489230" y="4341218"/>
            <a:ext cx="1007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Portal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B9171-7F0F-D60A-155D-0E812B7D9318}"/>
              </a:ext>
            </a:extLst>
          </p:cNvPr>
          <p:cNvSpPr txBox="1"/>
          <p:nvPr/>
        </p:nvSpPr>
        <p:spPr>
          <a:xfrm flipH="1">
            <a:off x="4432248" y="4341218"/>
            <a:ext cx="178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Sokoban Games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06041-3437-623F-240B-8CB626148D87}"/>
              </a:ext>
            </a:extLst>
          </p:cNvPr>
          <p:cNvSpPr txBox="1"/>
          <p:nvPr/>
        </p:nvSpPr>
        <p:spPr>
          <a:xfrm flipH="1">
            <a:off x="7547263" y="3670290"/>
            <a:ext cx="3596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Talos Principle</a:t>
            </a:r>
          </a:p>
        </p:txBody>
      </p:sp>
      <p:pic>
        <p:nvPicPr>
          <p:cNvPr id="1034" name="Picture 10" descr="Coin Pusher Exhibition Game Hire">
            <a:extLst>
              <a:ext uri="{FF2B5EF4-FFF2-40B4-BE49-F238E27FC236}">
                <a16:creationId xmlns:a16="http://schemas.microsoft.com/office/drawing/2014/main" id="{B79B953C-C172-461E-A345-876EC8C22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263" y="4103608"/>
            <a:ext cx="1938992" cy="258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D0F66F-48A6-444F-A57E-826015323CEE}"/>
              </a:ext>
            </a:extLst>
          </p:cNvPr>
          <p:cNvSpPr txBox="1"/>
          <p:nvPr/>
        </p:nvSpPr>
        <p:spPr>
          <a:xfrm>
            <a:off x="9509413" y="4103608"/>
            <a:ext cx="1654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Coinpusher</a:t>
            </a:r>
            <a:r>
              <a:rPr lang="en-GB" dirty="0"/>
              <a:t> Inspired part of the puzzle later 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17006D-AEED-4B99-A1E6-DCABE07202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91" y="5045184"/>
            <a:ext cx="1371600" cy="1371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89ACF9-CF57-4EBE-AC03-C83C98CF02D5}"/>
              </a:ext>
            </a:extLst>
          </p:cNvPr>
          <p:cNvSpPr txBox="1"/>
          <p:nvPr/>
        </p:nvSpPr>
        <p:spPr>
          <a:xfrm>
            <a:off x="1990739" y="5030346"/>
            <a:ext cx="25006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Crates inspired by many games, mainly BG3, also inspired the object highlight</a:t>
            </a:r>
          </a:p>
        </p:txBody>
      </p:sp>
    </p:spTree>
    <p:extLst>
      <p:ext uri="{BB962C8B-B14F-4D97-AF65-F5344CB8AC3E}">
        <p14:creationId xmlns:p14="http://schemas.microsoft.com/office/powerpoint/2010/main" val="2047499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23E3B-370E-1DC2-1792-FF057E0F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45" y="185624"/>
            <a:ext cx="7729728" cy="1188720"/>
          </a:xfrm>
        </p:spPr>
        <p:txBody>
          <a:bodyPr/>
          <a:lstStyle/>
          <a:p>
            <a:r>
              <a:rPr lang="en-GB" dirty="0"/>
              <a:t>Material Inspiration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69063F-F438-4F91-9BDB-D2CBA0FCA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570" y="4317212"/>
            <a:ext cx="2779043" cy="1945330"/>
          </a:xfrm>
          <a:prstGeom prst="rect">
            <a:avLst/>
          </a:prstGeom>
        </p:spPr>
      </p:pic>
      <p:pic>
        <p:nvPicPr>
          <p:cNvPr id="1032" name="Picture 8" descr="Walk: Danes Dyke - Welcome to Yorkshire">
            <a:extLst>
              <a:ext uri="{FF2B5EF4-FFF2-40B4-BE49-F238E27FC236}">
                <a16:creationId xmlns:a16="http://schemas.microsoft.com/office/drawing/2014/main" id="{EADF32B0-C7F7-4107-9073-6F5ED4283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12" y="1482521"/>
            <a:ext cx="2911422" cy="2183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52DC1E-FA2B-4478-9F83-788313887BD8}"/>
              </a:ext>
            </a:extLst>
          </p:cNvPr>
          <p:cNvSpPr txBox="1"/>
          <p:nvPr/>
        </p:nvSpPr>
        <p:spPr>
          <a:xfrm>
            <a:off x="3098034" y="1410403"/>
            <a:ext cx="14428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rocky texture was inspired by one of my home towns local beach, Danes Dyke, where it is quite mossy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5EE03-98F8-4E25-A128-3A03B834795C}"/>
              </a:ext>
            </a:extLst>
          </p:cNvPr>
          <p:cNvSpPr txBox="1"/>
          <p:nvPr/>
        </p:nvSpPr>
        <p:spPr>
          <a:xfrm>
            <a:off x="8874202" y="4535643"/>
            <a:ext cx="26485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chipped and damaged brick texture </a:t>
            </a:r>
            <a:r>
              <a:rPr lang="en-GB" dirty="0" err="1"/>
              <a:t>inspo</a:t>
            </a:r>
            <a:r>
              <a:rPr lang="en-GB" dirty="0"/>
              <a:t>, also inspired the dark and gritty aesthetic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CEE1135-7F8A-41DD-A367-2881C0D0C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08" y="4401455"/>
            <a:ext cx="3158836" cy="17768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204679-C923-4BB2-A75D-74EF33F6E7B7}"/>
              </a:ext>
            </a:extLst>
          </p:cNvPr>
          <p:cNvSpPr txBox="1"/>
          <p:nvPr/>
        </p:nvSpPr>
        <p:spPr>
          <a:xfrm>
            <a:off x="3362091" y="4524267"/>
            <a:ext cx="26699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Fallouts murky atmosphere inspires the green foggy glass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47D3DB-80D4-46F8-8B2C-53C82E7BB3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7694" y="1552312"/>
            <a:ext cx="2701930" cy="155516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D8C0A5D-11B7-4270-9B0E-DE3503E62789}"/>
              </a:ext>
            </a:extLst>
          </p:cNvPr>
          <p:cNvSpPr txBox="1"/>
          <p:nvPr/>
        </p:nvSpPr>
        <p:spPr>
          <a:xfrm>
            <a:off x="7979173" y="1660419"/>
            <a:ext cx="21075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Shader from </a:t>
            </a:r>
            <a:r>
              <a:rPr lang="en-GB" dirty="0" err="1"/>
              <a:t>Shadertoys</a:t>
            </a:r>
            <a:r>
              <a:rPr lang="en-GB" dirty="0"/>
              <a:t> </a:t>
            </a:r>
            <a:r>
              <a:rPr lang="en-GB" dirty="0" err="1"/>
              <a:t>inspo</a:t>
            </a:r>
            <a:r>
              <a:rPr lang="en-GB" dirty="0"/>
              <a:t>, also inspired slightly by </a:t>
            </a:r>
            <a:r>
              <a:rPr lang="en-GB" dirty="0" err="1"/>
              <a:t>radiohead</a:t>
            </a:r>
            <a:r>
              <a:rPr lang="en-GB" dirty="0"/>
              <a:t> album cover inspired the HLSL material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43EAA6C-9382-403F-BEC8-8A68746899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6705" y="1660419"/>
            <a:ext cx="1119976" cy="111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6689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126</TotalTime>
  <Words>95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Gill Sans MT</vt:lpstr>
      <vt:lpstr>Parcel</vt:lpstr>
      <vt:lpstr>Graphics Moodboard</vt:lpstr>
      <vt:lpstr>Puzzle Inspiration</vt:lpstr>
      <vt:lpstr>Material Inspiration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Graphics Moodboard</dc:title>
  <dc:creator>Student</dc:creator>
  <cp:lastModifiedBy>Logan Kirby (27450556)</cp:lastModifiedBy>
  <cp:revision>5</cp:revision>
  <dcterms:created xsi:type="dcterms:W3CDTF">2025-11-09T20:10:12Z</dcterms:created>
  <dcterms:modified xsi:type="dcterms:W3CDTF">2025-11-10T16:56:18Z</dcterms:modified>
</cp:coreProperties>
</file>