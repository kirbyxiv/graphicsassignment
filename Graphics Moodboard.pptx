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22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2629D9-706B-4F09-860A-F3E7FE4C6B7A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AFD21C-4182-4508-B975-70370F436D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6450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CD92-31E4-4AA3-8108-BEEB6D391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9298B-BB4B-40C4-8673-46CE995CDD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58D9B3-3921-47D4-823B-B8FA6F99F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942F0A-7153-4A5C-BF84-1E80CD26F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ED30B1-6FA7-4EE2-AFE4-7D4C53962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1674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6B5F6-B3DB-464F-9D47-88D7D1E51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BB60C-DEB5-4546-B34E-CB1838B68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562D18-0E4E-4427-8CFE-4595B9B5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04596-611A-4325-816D-4E83BEBE2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9A5-3588-462F-8511-10FB7AA21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5842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33CA5-28AB-43AD-94CD-AE363E11C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3CFE40-0243-47DF-90F1-266957093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AC6CEB-D70B-4524-837F-DC184A7DE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6F25FB-4047-4950-B1D1-01B571236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1B6568-EB1D-4988-B8FC-6759890EB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302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885D1-1109-4D38-A95C-293DF4FB4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666C1-776A-4936-A458-EFA35A217E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51B07F-9B20-4E9E-AEDE-36B625B9CE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84A973-BA66-4AB6-A5A9-EF76AA8EB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4E622B-F948-4C62-BA3B-7B44BA112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3C1F2D-A8B6-4CFC-B5B3-BD99F4FC3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1487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1E5E3-EA65-48FF-A71A-06C223DAA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EB52FE-C8D3-4151-BF6C-BD71812DD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498F89-02C9-4601-8B81-F5E984D51E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E3D29F-2E12-4E40-8CA1-6CEB66396F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8838D1-9C05-4859-B0E7-9E49AF5A55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45BB42-7C6D-4955-8B98-3D0A46749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2A3B1E-0625-4FB8-A8D9-A07DFFC9C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C6BB53-4703-4230-914F-DB8EDD1C9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4304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38B8C-0288-43AC-A2EA-994851DCF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ACBFC4-B544-4258-B249-4D4CF0A14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5784A2-3BAF-4EA2-82C1-66B5CBB74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A918CC-17CB-4A02-9392-DA8AB4C68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62870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D38744-94D1-49A1-A78C-602A5B941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AE725E-9765-4C14-BDA4-9928E5FE3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6F8B2-9F44-4660-86EC-A9454B60A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0359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D4622-3CD1-46E6-8E71-70652D5FC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96BC2-C23C-42B5-B941-C26A20232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580EA2-0C91-4119-A42D-5BEA271F5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677BC2-40EF-480E-BAE8-41FA2B16E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665225-8C6E-4293-B400-FBF860FC0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B2DEA2-2EC0-4B23-93C4-148B1DDC1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792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FA792-49C7-4F44-9858-D1D010F4A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BF5ADD-E2B9-4131-B0D0-9D37E43FC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0879DF-5656-4042-A76B-2BB8D8C21F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4B327-A784-4EBD-8C33-3FD3BF474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CC2DBD-DEBA-4DE4-99D7-D44A9DA08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FF5D38-3E0C-4791-963C-6352D1069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7414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F9224-C986-42C3-A52A-E7F03A008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7B145E-F9DB-48CC-B10F-75AA231D81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26156-9F36-4A0B-A6E6-7FD5B716A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A20DE-2BEA-4EAF-BCC8-E96B41303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0F1EE-2E29-4015-9153-F8FDB5682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2570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479A73-56B4-4641-B627-C7828913E6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BA4B66-91F1-429B-BF70-458DD0B73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A4467-3B87-4FBC-A27A-F8D391F92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AA680-255D-4745-893A-89831D828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11E3A-6FFD-4D08-968E-B6DA3B238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1953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D78070-175F-4168-9CAE-2946561DB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526BE-E96C-4EE7-A878-9E1B421B31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53ACE-AFB9-47B3-BC03-AB651BA99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6B0E7-B25E-4A55-90D4-B6347E59CAE0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97B5A-5E30-4AF8-AD1C-D870EE123F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D3078-E5AB-4CCA-8886-6381C3D2FE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67860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12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png"/><Relationship Id="rId11" Type="http://schemas.openxmlformats.org/officeDocument/2006/relationships/image" Target="../media/image1.emf"/><Relationship Id="rId5" Type="http://schemas.openxmlformats.org/officeDocument/2006/relationships/image" Target="../media/image4.jpeg"/><Relationship Id="rId10" Type="http://schemas.openxmlformats.org/officeDocument/2006/relationships/oleObject" Target="../embeddings/oleObject1.bin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96257-D2A7-4BA8-A1D1-E654399F91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Graphics </a:t>
            </a:r>
            <a:r>
              <a:rPr lang="en-GB" dirty="0" err="1"/>
              <a:t>Moodboard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0D7668-9A53-4116-846E-6EA1D11ABF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3231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alve. Portal. 2005-2007 | MoMA">
            <a:extLst>
              <a:ext uri="{FF2B5EF4-FFF2-40B4-BE49-F238E27FC236}">
                <a16:creationId xmlns:a16="http://schemas.microsoft.com/office/drawing/2014/main" id="{8F6493E2-77A7-46CA-AD71-CDD868A96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846" y="92841"/>
            <a:ext cx="2395207" cy="1796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4" descr="Dungeon - Terraria Wiki">
            <a:extLst>
              <a:ext uri="{FF2B5EF4-FFF2-40B4-BE49-F238E27FC236}">
                <a16:creationId xmlns:a16="http://schemas.microsoft.com/office/drawing/2014/main" id="{844A2380-3623-4B2C-98C0-39DABA53E9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69063F-F438-4F91-9BDB-D2CBA0FCAB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2211" y="2912970"/>
            <a:ext cx="2779043" cy="1945330"/>
          </a:xfrm>
          <a:prstGeom prst="rect">
            <a:avLst/>
          </a:prstGeom>
        </p:spPr>
      </p:pic>
      <p:pic>
        <p:nvPicPr>
          <p:cNvPr id="1032" name="Picture 8" descr="Walk: Danes Dyke - Welcome to Yorkshire">
            <a:extLst>
              <a:ext uri="{FF2B5EF4-FFF2-40B4-BE49-F238E27FC236}">
                <a16:creationId xmlns:a16="http://schemas.microsoft.com/office/drawing/2014/main" id="{EADF32B0-C7F7-4107-9073-6F5ED42833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308" y="2058728"/>
            <a:ext cx="2911422" cy="2183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C52DC1E-FA2B-4478-9F83-788313887BD8}"/>
              </a:ext>
            </a:extLst>
          </p:cNvPr>
          <p:cNvSpPr txBox="1"/>
          <p:nvPr/>
        </p:nvSpPr>
        <p:spPr>
          <a:xfrm>
            <a:off x="3057896" y="1857849"/>
            <a:ext cx="144285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rocky texture was inspired by one of my home towns local beach, Danes Dyke, where it is quite mossy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75EE03-98F8-4E25-A128-3A03B834795C}"/>
              </a:ext>
            </a:extLst>
          </p:cNvPr>
          <p:cNvSpPr txBox="1"/>
          <p:nvPr/>
        </p:nvSpPr>
        <p:spPr>
          <a:xfrm>
            <a:off x="7691253" y="2953434"/>
            <a:ext cx="26485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chipped and damaged brick texture </a:t>
            </a:r>
            <a:r>
              <a:rPr lang="en-GB" dirty="0" err="1"/>
              <a:t>inspo</a:t>
            </a:r>
            <a:r>
              <a:rPr lang="en-GB" dirty="0"/>
              <a:t>, also inspired the dark and gritty aesthetic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AFE88D-834B-425C-822E-CCCA4D708EEA}"/>
              </a:ext>
            </a:extLst>
          </p:cNvPr>
          <p:cNvSpPr txBox="1"/>
          <p:nvPr/>
        </p:nvSpPr>
        <p:spPr>
          <a:xfrm>
            <a:off x="2627597" y="70242"/>
            <a:ext cx="2395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Puzzle Mechanics </a:t>
            </a:r>
            <a:r>
              <a:rPr lang="en-GB" dirty="0" err="1"/>
              <a:t>inspo</a:t>
            </a:r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17006D-AEED-4B99-A1E6-DCABE07202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2804" y="5446400"/>
            <a:ext cx="1371600" cy="1371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89ACF9-CF57-4EBE-AC03-C83C98CF02D5}"/>
              </a:ext>
            </a:extLst>
          </p:cNvPr>
          <p:cNvSpPr txBox="1"/>
          <p:nvPr/>
        </p:nvSpPr>
        <p:spPr>
          <a:xfrm>
            <a:off x="6440952" y="5431562"/>
            <a:ext cx="25006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Crates inspired by many games, mainly BG3, also inspired the object highlight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EE1135-7F8A-41DD-A367-2881C0D0C7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308" y="4401455"/>
            <a:ext cx="3158836" cy="177684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1204679-C923-4BB2-A75D-74EF33F6E7B7}"/>
              </a:ext>
            </a:extLst>
          </p:cNvPr>
          <p:cNvSpPr txBox="1"/>
          <p:nvPr/>
        </p:nvSpPr>
        <p:spPr>
          <a:xfrm>
            <a:off x="3362091" y="4524267"/>
            <a:ext cx="26699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Fallouts murky atmosphere inspires the green foggy glass</a:t>
            </a:r>
          </a:p>
        </p:txBody>
      </p:sp>
      <p:pic>
        <p:nvPicPr>
          <p:cNvPr id="1034" name="Picture 10" descr="Coin Pusher Exhibition Game Hire">
            <a:extLst>
              <a:ext uri="{FF2B5EF4-FFF2-40B4-BE49-F238E27FC236}">
                <a16:creationId xmlns:a16="http://schemas.microsoft.com/office/drawing/2014/main" id="{B79B953C-C172-461E-A345-876EC8C220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857" y="145832"/>
            <a:ext cx="1938992" cy="2585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5D0F66F-48A6-444F-A57E-826015323CEE}"/>
              </a:ext>
            </a:extLst>
          </p:cNvPr>
          <p:cNvSpPr txBox="1"/>
          <p:nvPr/>
        </p:nvSpPr>
        <p:spPr>
          <a:xfrm>
            <a:off x="7219860" y="226109"/>
            <a:ext cx="16543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Inspired part of the puzzle later 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D47D3DB-80D4-46F8-8B2C-53C82E7BB34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3237" y="1266897"/>
            <a:ext cx="2701930" cy="155516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D8C0A5D-11B7-4270-9B0E-DE3503E62789}"/>
              </a:ext>
            </a:extLst>
          </p:cNvPr>
          <p:cNvSpPr txBox="1"/>
          <p:nvPr/>
        </p:nvSpPr>
        <p:spPr>
          <a:xfrm>
            <a:off x="10158663" y="1482521"/>
            <a:ext cx="210753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Shader from </a:t>
            </a:r>
            <a:r>
              <a:rPr lang="en-GB" dirty="0" err="1"/>
              <a:t>Shadertoys</a:t>
            </a:r>
            <a:r>
              <a:rPr lang="en-GB" dirty="0"/>
              <a:t> </a:t>
            </a:r>
            <a:r>
              <a:rPr lang="en-GB" dirty="0" err="1"/>
              <a:t>inspo</a:t>
            </a:r>
            <a:r>
              <a:rPr lang="en-GB" dirty="0"/>
              <a:t>, also inspired slightly by </a:t>
            </a:r>
            <a:r>
              <a:rPr lang="en-GB" dirty="0" err="1"/>
              <a:t>radiohead</a:t>
            </a:r>
            <a:r>
              <a:rPr lang="en-GB" dirty="0"/>
              <a:t> album cover</a:t>
            </a:r>
          </a:p>
        </p:txBody>
      </p:sp>
      <p:graphicFrame>
        <p:nvGraphicFramePr>
          <p:cNvPr id="16" name="Object 15">
            <a:extLst>
              <a:ext uri="{FF2B5EF4-FFF2-40B4-BE49-F238E27FC236}">
                <a16:creationId xmlns:a16="http://schemas.microsoft.com/office/drawing/2014/main" id="{C621D276-7D4D-4363-BF3B-1629B81451D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02840549"/>
              </p:ext>
            </p:extLst>
          </p:nvPr>
        </p:nvGraphicFramePr>
        <p:xfrm>
          <a:off x="92075" y="92075"/>
          <a:ext cx="98107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5" name="Packager Shell Object" showAsIcon="1" r:id="rId10" imgW="981050" imgH="514350" progId="Package">
                  <p:embed/>
                </p:oleObj>
              </mc:Choice>
              <mc:Fallback>
                <p:oleObj name="Packager Shell Object" showAsIcon="1" r:id="rId10" imgW="981050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92075" y="92075"/>
                        <a:ext cx="981075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7" name="Picture 16">
            <a:extLst>
              <a:ext uri="{FF2B5EF4-FFF2-40B4-BE49-F238E27FC236}">
                <a16:creationId xmlns:a16="http://schemas.microsoft.com/office/drawing/2014/main" id="{443EAA6C-9382-403F-BEC8-8A68746899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39818" y="349250"/>
            <a:ext cx="1119976" cy="1119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924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83</Words>
  <Application>Microsoft Office PowerPoint</Application>
  <PresentationFormat>Widescreen</PresentationFormat>
  <Paragraphs>8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Package</vt:lpstr>
      <vt:lpstr>Graphics Moodboard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Graphics Moodboard</dc:title>
  <dc:creator>Student</dc:creator>
  <cp:lastModifiedBy>Student</cp:lastModifiedBy>
  <cp:revision>4</cp:revision>
  <dcterms:created xsi:type="dcterms:W3CDTF">2025-11-09T20:10:12Z</dcterms:created>
  <dcterms:modified xsi:type="dcterms:W3CDTF">2025-11-09T20:21:58Z</dcterms:modified>
</cp:coreProperties>
</file>